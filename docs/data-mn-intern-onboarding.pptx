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Data.mn intern onboarding</a:t>
            </a:r>
          </a:p>
          <a:p>
            <a:pPr algn="ctr">
              <a:spcBef>
                <a:spcPts val="1200"/>
              </a:spcBef>
            </a:pPr>
            <a:r>
              <a:rPr sz="2400">
                <a:solidFill>
                  <a:srgbClr val="FFFFFF"/>
                </a:solidFill>
                <a:latin typeface="Calibri"/>
              </a:rPr>
              <a:t>How the system works, and how you ship your first dataset</a:t>
            </a:r>
          </a:p>
          <a:p>
            <a:pPr algn="ctr">
              <a:spcBef>
                <a:spcPts val="24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Mongolia's open data platform  •  2026-09-13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What is data.mn?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Mission: collect all publicly available data on Mongolia that is up-to-date and relevant — and make it accessible.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One focused dataset page per story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(Statista-style), not raw data dumps.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Fully bilingual: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every dataset ships EN + MN data, charts, and pages.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Citable forever: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published URLs never break — papers and reports link here.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Open process: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you add datasets through GitHub PRs, with AI agents doing the heavy lifting.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645920"/>
          <a:ext cx="57607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749039"/>
              </a:tblGrid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they need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General public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Easy facts, simple visuals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Researchers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Downloads, methods, history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Government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Current stats, comparisons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Intl. orgs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Standardized data in English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Journalists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Quick facts, citable charts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Businesses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Market and economic trends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Anatomy of a dataset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Example: Ulaanbaatar Apartment Prices (apartment-prices-ulaanbaatar)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Chart at top (interactive Vega-Lite, EN or MN labels)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Download buttons: CSV + Excel, in your language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Methodology + source link (NSO table DT_NSO_0300_00V4.px)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One URL per language, permanent forever</a:t>
            </a:r>
          </a:p>
          <a:p>
            <a:pPr>
              <a:spcAft>
                <a:spcPts val="6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Behind it: 8 files you will create (we'll get there)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data.mn/en/data/apartment-prices-ulaanbaatar
data.mn/mn/data/apartment-prices-ulaanbaatar
Monthly average price per sqm, new vs old
apartments, 2022-2026.
Old apts peaked at 5.06M MNT/sqm
in December 2025.
(excerpt from the live page)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Data.mn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Live from the registry (2026-09-13)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64922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sources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NSO, MRPAM, MongolBank, eBarilga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234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datasets tracked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Registry rows (parents + splits)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121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published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Live pages with permanent URLs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parents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Raw datasets; splits are built from these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languages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Every dataset ships EN + MN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ebarilga parents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Calibri"/>
                        </a:rPr>
                        <a:t>UB geoportal layers incl. 325,072 building footprints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Repo map: where everything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One repo, four neighborhoods (+2 guidebooks)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.claude/
agents, commands,
skills
— AI playbooks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82880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data.mn/
Astro website
— EN/MN pages,
CSV/XLSX,
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tools/
registry, sources,
scripts, versions
— Python ops +
SQLite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2880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docs/
vision, principles,
this deck
— Why we do
things this 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5394960" cy="146304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AGENTS.md — instructions every AI agent reads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5394960" cy="146304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0">
                <a:solidFill>
                  <a:srgbClr val="1F2937"/>
                </a:solidFill>
                <a:latin typeface="Calibri"/>
              </a:rPr>
              <a:t>CONTRIBUTING.md — your human onboarding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The data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Every dataset travels this pipeline. Your PRs live in the middle.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965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1. Source
(API/PDF/WFS)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77440" y="228600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61488" y="1737360"/>
            <a:ext cx="1965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2. Raw pull
tools/sources/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73168" y="228600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57216" y="1737360"/>
            <a:ext cx="1965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3. Parent
registry row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68896" y="228600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52944" y="1737360"/>
            <a:ext cx="1965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4. Splits
focused CSVs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64624" y="228600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948672" y="1737360"/>
            <a:ext cx="19659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5. Bilingual
EN + MN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3840480"/>
            <a:ext cx="1965960" cy="137160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6. Chart + MDX
Vega + pages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566160" y="438912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50208" y="3840480"/>
            <a:ext cx="1965960" cy="137160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7. Validate
5 gates must pass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438912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840480"/>
            <a:ext cx="1965960" cy="137160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8. PR + review
GitHub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57616" y="438912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41664" y="3840480"/>
            <a:ext cx="1965960" cy="13716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9. Publish
permanent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You + your AI agent do stages 2–7. Robert publishes (stage 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1 of 7: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Each source = one folder under tools/sources/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3017520"/>
                <a:gridCol w="34747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Example content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National Statistics Office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nso-1212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REST API (1,135 tables)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GDP, poverty, teachers, wages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Mineral Resources Authority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mrpam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PDF reports (MN-only)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Coal, mining output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Bank of Mongolia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mongolbank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Mixed EN/MN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Exchange + policy rates, M2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eBarilga Geoportal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ebarilga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WFS geo API (80 layers)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Buildings, schools, permits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846320"/>
            <a:ext cx="11274552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tools/sources/nso-1212/  source.md  (how to use the API)  +  datasets/*.md  (one recipe per dataset)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2 of 7: the registry (SQLite brain)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tools/registry/data.db — every dataset's status, versions, and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cd tools
python -m registry status          # dashboard
python -m registry sources         # 4 sources
python -m registry list            # all datasets
python -m registry list --source ebarilga
python -m registry info gdp-nominal
python -m registry published       # live URLs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Dataset: nso-gdp-by-economic-activity
  Status: active / Version: 2
  Type: Parent (has splits)
  Splits (6): gdp-nominal, gdp-real,
    gdp-usd, gdp-growth-rate,
    gdp-by-sector, gdp-sector-trends
(real `registry info` output)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3 of 7: parents and splits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One messy reality → many clean stories. Real example: GDP.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2926080" cy="1463040"/>
          </a:xfrm>
          <a:prstGeom prst="roundRect">
            <a:avLst/>
          </a:prstGeom>
          <a:solidFill>
            <a:srgbClr val="E8F1FA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PARENT (raw, never published)
nso-gdp-by-economic-activity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31089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SPLIT (published): gdp-nominal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267712"/>
            <a:ext cx="31089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SPLIT (published): gdp-real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980944"/>
            <a:ext cx="31089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SPLIT (published): gdp-usd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694176"/>
            <a:ext cx="31089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SPLIT (published): gdp-growth-rate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407408"/>
            <a:ext cx="31089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SPLIT (published): gdp-by-sector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120640"/>
            <a:ext cx="3108960" cy="5669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SPLIT (published): gdp-sector-trends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645920"/>
            <a:ext cx="301752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Rules:
- Parent holds ALL
  dimensions
- Each split = ONE story
- Splits get parent_id +
  split_filter in registry
- Parent updates → splits
  regenerate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4 of 7: bilingual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Real CSV heads: apartment-prices-ulaanbaatar-en.csv vs -mn.csv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2926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indicator,month,price_million_mnt_per_sqm
Average price of new apartment,2022-02,3.08
Average price of old apartment,2022-02,2.94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394960" cy="2926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үзүүлэлт,сар,үнэ_сая_төг_м_кв
Шинэ орон сууцны дундаж үнэ,2022-02,3.08
Хуучин орон сууцны дундаж үнэ,2022-02,2.94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Same rows, identical numbers — only labels translate.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EN/MN numeric mismatch is the #1 PR blocker.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MN-only source (MRPAM, eBarilga)? Translate with </a:t>
            </a:r>
            <a:r>
              <a:rPr sz="1600" b="0" i="0">
                <a:solidFill>
                  <a:srgbClr val="1F2937"/>
                </a:solidFill>
                <a:latin typeface="Consolas"/>
              </a:rPr>
              <a:t>tools/scripts/translate_csv.py.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5 of 7: charts (Vega-Lite JSON)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116 lines for apartments — here's the shape of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76072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{
  "$schema": ".../vega-lite/v5.json",
  "data": { "url": "/datasets/
    apartment-prices-ulaanbaatar-en.csv" },
  "encoding": {
    "x": { "field": "month",
           "type": "temporal" },
    "y": { "field": "price_million_mnt_per_sqm",
           "type": "quantitative" }
  }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No width/height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— the site handles sizing.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Time is </a:t>
            </a:r>
            <a:r>
              <a:rPr sz="1700" b="1" i="0">
                <a:solidFill>
                  <a:srgbClr val="1F2937"/>
                </a:solidFill>
                <a:latin typeface="Calibri"/>
              </a:rPr>
              <a:t>temporal or quantitative, never ordinal.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No explicit colors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— category10 auto-applies.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alibri"/>
              </a:rPr>
              <a:t>Always validate: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1F2937"/>
                </a:solidFill>
                <a:latin typeface="Consolas"/>
              </a:rPr>
              <a:t>  validate_vega.py --all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6 of 7: MDX pages (one per language)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Frontmatter = metadata contract. Real apartment frontmatter: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67512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---
title: "Ulaanbaatar Apartment Prices per sqm ..."
category: "Prices &amp; Inflation"
dataVersion: 2      # bump on every data change
dataFiles:
  - path: "/datasets/apartment-...-en.csv"
  - path: "/datasets/apartment-....xlsx"
source:
  name: "National Statistics Office of Mongolia"
  tableId: "DT_NSO_0300_00V4.px"
---
&lt;VegaChart spec="/charts/apartment-...-en.json" 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645920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dataFiles must exist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— validator checks.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EN page → -en files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only. Same for MN.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Bump dataVersion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 on every update.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Concept 7 of 7: versions + frozen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"Cool URIs don't change" — papers and reports cite these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tools/versions/apartment-prices-ulaanbaatar/
  v1/   (first release)
  v2/   (Sept 2026 refresh)
Every version kept. Diff on update.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16652B"/>
                </a:solidFill>
                <a:latin typeface="Calibri"/>
              </a:rPr>
              <a:t>✅ Add datasets, update data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B91C1C"/>
                </a:solidFill>
                <a:latin typeface="Calibri"/>
              </a:rPr>
              <a:t>❌ Never delete published data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B91C1C"/>
                </a:solidFill>
                <a:latin typeface="Calibri"/>
              </a:rPr>
              <a:t>❌ Never change a URL — </a:t>
            </a:r>
            <a:r>
              <a:rPr sz="1700" b="0" i="0">
                <a:solidFill>
                  <a:srgbClr val="1F2937"/>
                </a:solidFill>
                <a:latin typeface="Consolas"/>
              </a:rPr>
              <a:t>registry rename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makes a redirect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Calibri"/>
              </a:rPr>
              <a:t>Publish = permanent: </a:t>
            </a:r>
            <a:r>
              <a:rPr sz="1700" b="0" i="0">
                <a:solidFill>
                  <a:srgbClr val="1F2937"/>
                </a:solidFill>
                <a:latin typeface="Consolas"/>
              </a:rPr>
              <a:t>registry publish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assigns the URL.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1">
                <a:solidFill>
                  <a:srgbClr val="1F2937"/>
                </a:solidFill>
                <a:latin typeface="Calibri"/>
              </a:rPr>
              <a:t>Rule of thumb: if a URL ever went live, it must work forever. Deprecate, don't delete.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Worked example: the eBarilga geoportal pulls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The full pipeline you just learned — executed last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675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2926080"/>
              </a:tblGrid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Skill built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query + fetch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.claude/skills/...ebarilga/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Raw pulls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75 layers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tools/sources/ebarilga/raw/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401,034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325,072 = footprints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Derived joins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3 CSVs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counts by district/khoroo/ZIP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Parents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76 rows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registry + datasets/*.md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645920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Server quirks found + fixed: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startIndex ignored → keyset paging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12 poison features → auto-skip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• 500s on big pages → halve/retry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1F2937"/>
                </a:solidFill>
                <a:latin typeface="Calibri"/>
              </a:rPr>
              <a:t>Your splits build on the 76 parents.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1F2937"/>
                </a:solidFill>
                <a:latin typeface="Consolas"/>
              </a:rPr>
              <a:t>e.g. ebarilga-secondary-schools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Your job: anatomy of an intern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Real task format (from docs/intern-tasks-2026-03-02.md)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67512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300">
                <a:solidFill>
                  <a:srgbClr val="1F2937"/>
                </a:solidFill>
                <a:latin typeface="Consolas"/>
              </a:rPr>
              <a:t>Poverty rate (carryover)
  Source:   NSO 1212.mn
  Task:     Add national poverty rate with
            urban/rural split if available
  Branch:   add/poverty-rate
  Expected: poverty-rate-national,
            poverty-rate-urban-rural
You get: topic + branch + expected IDs.
You deliver: a PR per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645920"/>
            <a:ext cx="4114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One dataset per PR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(skills excepted).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Branch names: </a:t>
            </a:r>
            <a:r>
              <a:rPr sz="1600" b="0" i="0">
                <a:solidFill>
                  <a:srgbClr val="1F2937"/>
                </a:solidFill>
                <a:latin typeface="Consolas"/>
              </a:rPr>
              <a:t>add/&lt;dataset&gt;, feat/&lt;skill&gt;</a:t>
            </a:r>
          </a:p>
          <a:p>
            <a:pPr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Sync + rebase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before final push.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Coverage note in PR: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 what + source URL.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The PR workflow you'll run every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94560"/>
            <a:ext cx="1600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1. Sync
main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47672" y="2743200"/>
            <a:ext cx="27432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67712" y="2194560"/>
            <a:ext cx="1600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2. Branch
add/...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95344" y="2743200"/>
            <a:ext cx="27432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15384" y="2194560"/>
            <a:ext cx="1600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3. Work
+ 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43016" y="2743200"/>
            <a:ext cx="27432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63056" y="2194560"/>
            <a:ext cx="1600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4. Validate
gates pass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2743200"/>
            <a:ext cx="27432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0728" y="2194560"/>
            <a:ext cx="1600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5. Commit
clear msg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8360" y="2743200"/>
            <a:ext cx="27432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0" y="2194560"/>
            <a:ext cx="1600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6. Push + PR
gh pr create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297680"/>
            <a:ext cx="3749039" cy="11887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1">
                <a:solidFill>
                  <a:srgbClr val="1F2937"/>
                </a:solidFill>
                <a:latin typeface="Calibri"/>
              </a:rPr>
              <a:t>7. Review → address feedback → merged!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Working with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The repo teaches your agent. Your job: direct, verify, commit.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6675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83464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Does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You say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/data-add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New dataset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"poverty rate by age, NSO"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/data-update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Refresh 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"update exchange rates"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/data-status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"what needs updating?"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/data-validate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Run gates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before every PR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Claude Code: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skills + /commands auto-load.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Codex / Muse: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same repo, no auto-skills — point them at AGENTS.md + source.md + registry CLI.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Golden rule: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be specific, review every diff, never commit blind.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The validation gate (run before EVERY PR)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Real gate from docs/intern-tasks-2026-03-02.md — all green or no 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949440" cy="44805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/>
          <a:lstStyle/>
          <a:p>
            <a:pPr algn="l"/>
            <a:r>
              <a:rPr sz="1100">
                <a:solidFill>
                  <a:srgbClr val="1F2937"/>
                </a:solidFill>
                <a:latin typeface="Consolas"/>
              </a:rPr>
              <a:t>python tools/tests/run_all_checks.py &lt;id&gt;
python tools/scripts/validate_dataset.py \
    --all &lt;id&gt; --base-dir data.mn     # 15/15
python tools/scripts/validate_vega.py \
    data.mn/public/charts/&lt;id&gt;-en.json
... same for -mn.json ...
python tools/scripts/validate_mdx_datafiles.py
cd data.mn &amp;&amp; npm run build &amp;&amp; npm run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645920"/>
            <a:ext cx="3840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 i="0">
                <a:solidFill>
                  <a:srgbClr val="B91C1C"/>
                </a:solidFill>
                <a:latin typeface="Calibri"/>
              </a:rPr>
              <a:t>Hard fails: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EN/MN numeric mismatch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XLSX not wide-form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Missing EN/MN files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• Build breaks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"Done" = 8 files + 1 registry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Apartment example — your PR should look exactly like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754880"/>
                <a:gridCol w="55778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1-2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…-en.csv / …-mn.csv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Bilingual data (identical numbers)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….xlsx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Generic Excel download (wide-form)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4-5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…-en.json / …-mn.json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Vega-Lite chart specs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6-7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en/….mdx / mn/….mdx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Dataset pages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registry row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Status, version, definition link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Mistakes that blocked real PRs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From the Dec 2024 postmortem + intern history — don't repeat 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  <a:gridCol w="429768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Mistake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fails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Whitespace in CSV values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" Ulaanbaatar" ≠ "Ulaanbaatar"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Strip; validator now errors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Chart without -en/-mn suffix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Language mismatch undetectable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Always &lt;id&gt;-en.json + -mn.json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Extra files in datasets/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Stale/raw files leak to site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Only ship the 8 + xlsx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EN/MN numbers differ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Two truths = no truth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Translate labels, never numbers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Stale branch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Merge conflicts, old data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Sync + rebase before push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Translation workflow (MN-only sources)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MRPAM, eBarilga, and friends arrive in Mongolian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2860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1. Fetch MN
save -mn.csv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80360" y="292608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0" y="2286000"/>
            <a:ext cx="22860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2. translate_csv.py
--from mn --to 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69280" y="292608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22860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3. Validate
same shape +
identical numbers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58200" y="2926080"/>
            <a:ext cx="320040" cy="274320"/>
          </a:xfrm>
          <a:prstGeom prst="rightArrow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15400" y="2286000"/>
            <a:ext cx="22860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4. Save both
-mn.csv +
-en.csv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Full guide: </a:t>
            </a:r>
            <a:r>
              <a:rPr sz="1600" b="0" i="0">
                <a:solidFill>
                  <a:srgbClr val="1F2937"/>
                </a:solidFill>
                <a:latin typeface="Consolas"/>
              </a:rPr>
              <a:t>tools/TRANSLATION_GUIDE.md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Cheat sheet: where things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Tape this to your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Need...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Go to</a:t>
                      </a:r>
                    </a:p>
                  </a:txBody>
                  <a:tcPr marL="73152" marR="73152">
                    <a:solidFill>
                      <a:srgbClr val="1F77B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Dataset definitions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tools/sources/&lt;id&gt;/datasets/*.md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Raw pulls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tools/sources/&lt;id&gt;/raw/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Version history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tools/versions/&lt;dataset-id&gt;/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MDX pages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data.mn/src/data/data/{en,mn}/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CSV/XLSX downloads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data.mn/public/datasets/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Chart specs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data.mn/public/charts/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Validators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tools/scripts/validate_*.py + tools/tests/</a:t>
                      </a:r>
                    </a:p>
                  </a:txBody>
                  <a:tcPr marL="73152" marR="73152">
                    <a:solidFill>
                      <a:srgbClr val="E8F1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Principles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docs/principles/ (URLs, categories)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Getting unstuck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Read in this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1. An existing dataset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— copy the shape of apartment-prices-ulaanbaatar.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2. The dataset's source.md + datasets/*.md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— the recipe.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3. AGENTS.md + CONTRIBUTING.md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— process + commands.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4. Your AI agent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— paste the error, ask for the fix, review the diff.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5. Robert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— when docs + agent disagree, or before anything irreversible (publish/rename).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0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Your first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i="1">
                <a:solidFill>
                  <a:srgbClr val="6B7280"/>
                </a:solidFill>
                <a:latin typeface="Calibri"/>
              </a:rPr>
              <a:t>Definition of done for week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280"/>
                </a:solidFill>
                <a:latin typeface="Calibri"/>
              </a:rPr>
              <a:t>Data.mn intern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☐ Environment green: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conda env + npm install + registry status + dev server.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☐ Read one dataset end-to-end: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MDX + CSVs + chart + registry row for apartments.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☐ Reproduce one fetch: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re-pull any ebarilga layer to /tmp with the skill commands.</a:t>
            </a:r>
          </a:p>
          <a:p>
            <a:pPr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☐ Ship a split PR: </a:t>
            </a:r>
            <a:r>
              <a:rPr sz="1900" b="0" i="0">
                <a:solidFill>
                  <a:srgbClr val="1F2937"/>
                </a:solidFill>
                <a:latin typeface="Calibri"/>
              </a:rPr>
              <a:t>pick an ebarilga parent, build one bilingual split, pass all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1F2937"/>
                </a:solidFill>
                <a:latin typeface="Calibri"/>
              </a:rPr>
              <a:t>Questions? Good — that's the job. Welcome to data.mn. 🇲🇳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